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Microsoft YaHei"/>
              </a:defRPr>
            </a:pPr>
            <a:r>
              <a:t>测试封面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PPT Master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共 3 页 · AI 智能生成</a:t>
            </a:r>
          </a:p>
        </p:txBody>
      </p:sp>
      <p:sp>
        <p:nvSpPr>
          <p:cNvPr id="6" name="Oval 5"/>
          <p:cNvSpPr/>
          <p:nvPr/>
        </p:nvSpPr>
        <p:spPr>
          <a:xfrm>
            <a:off x="9601200" y="4389120"/>
            <a:ext cx="1645920" cy="1645920"/>
          </a:xfrm>
          <a:prstGeom prst="ellipse">
            <a:avLst/>
          </a:prstGeom>
          <a:noFill/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320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Microsoft YaHei"/>
              </a:defRPr>
            </a:pPr>
            <a:r>
              <a:t>第一页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316736"/>
            <a:ext cx="256032" cy="256032"/>
          </a:xfrm>
          <a:prstGeom prst="ellipse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BDF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要点1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002536"/>
            <a:ext cx="256032" cy="256032"/>
          </a:xfrm>
          <a:prstGeom prst="ellipse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0253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BDF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要点2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88336"/>
            <a:ext cx="256032" cy="256032"/>
          </a:xfrm>
          <a:prstGeom prst="ellipse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BDF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要点3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320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Microsoft YaHei"/>
              </a:defRPr>
            </a:pPr>
            <a:r>
              <a:t>卡片页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914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1920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949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Microsoft YaHei"/>
              </a:defRPr>
            </a:pPr>
            <a:r>
              <a:t>卡片1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描述1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71600"/>
            <a:ext cx="5394960" cy="1920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0" y="1371600"/>
            <a:ext cx="53949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Microsoft YaHei"/>
              </a:defRPr>
            </a:pPr>
            <a:r>
              <a:t>卡片2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描述2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320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