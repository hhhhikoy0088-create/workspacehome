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本次汇报将从以上六个方面进行介绍。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在日常生活中，很多人都会遇到出门时不知该如何搭配衣服的烦恼，尤其是天气多变时更加明显。现有的工具往往无法结合实时天气给出建议。因此，我们开发了这款工具。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我们的目标是开发一个能够实时获取天气和穿搭信息，并智能推荐穿搭方案的系统。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系统采用PyCharm开发，使用Python爬虫从中国天气网获取气象数据，从小红书抓取热门穿搭内容，所有数据存入数据库，并通过GUI进行交互。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数据采集部分，我们主要使用了requests和BeautifulSoup库爬取中国天气网。针对小红书这样的动态网站，我们采用了Selenium来模拟浏览器加载。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我们将采集到的数据存入MySQL数据库，设计了天气数据表和穿搭数据表，并通过天气条件字段进行关联，便于后续推荐。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界面采用PyQt5开发，整体色调为温暖的米色系，让用户在视觉上感到放松。主界面清晰展示天气和推荐的穿搭图文。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用户可以选择城市或使用自动定位，系统将实时显示该城市的天气信息，并定时刷新。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系统根据天气条件（如温度范围、晴雨情况）匹配对应的穿搭标签，然后从数据库中检索出适合的穿搭内容推荐给用户。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我们提供了个性化设置功能，用户可以根据自己的体感偏好调整推荐算法，还可以收藏喜欢的穿搭。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下面我将通过截图或现场演示展示系统的实际运行效果。比如选择北京，显示温度25°C晴，系统推荐T恤+牛仔裤等。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本项目的核心创新在于将实时天气数据与社交媒体穿搭内容相结合，为用户提供数据驱动的个性化推荐，并且界面设计注重用户体验。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目前系统已基本完成核心功能，未来我们计划接入更多数据源如时尚杂志，并利用机器学习优化推荐，同时考虑开发移动端App。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最后，感谢各位老师的宝贵时间，也感谢项目组成员的共同努力。谢谢大家！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《天气衣橱》作品简介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基于爬虫技术的智能穿搭辅助工具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72800" cy="292608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9C7B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</a:rPr>
              <a:t>类型：答辩PPT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</a:rPr>
              <a:t>页数：15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</a:rPr>
              <a:t>生成时间：2026/6/25 00:31:55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 项目背景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 系统概述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 技术方案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 核心功能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05 系统演示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06 创新与总结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日常穿搭常与天气变化不匹配，导致不适或困扰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现有穿搭推荐工具缺乏实时天气数据驱动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用户需要个性化、便捷的穿搭参考方案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实时采集天气数据与穿搭内容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智能推荐适配当前天气的穿搭方案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提供直观友好的图形界面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开发环境：PyCharm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主要技术：Python爬虫、数据库管理、GUI开发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数据源：中国天气网、小红书平台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功能：数据采集、存储管理、智能推荐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 - 数据采集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使用requests + BeautifulSoup爬取中国天气网实时数据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URL：http://www.weather.com.cn/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提取温度、天气状况、风力等字段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针对小红书使用Selenium动态爬取穿搭笔记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 - 数据存储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采用MySQL数据库统一管理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天气数据表：包含城市、温度、天气、更新时间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穿搭数据表：包含内容、标签、相关天气条件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通过外键关联实现数据整合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 - 图形用户界面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使用PyQt5开发GUI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主界面：显示当前天气与推荐穿搭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交互：城市选择、刷新、收藏功能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界面风格：温暖米色系，提升用户舒适感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- 天气获取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输入城市或自动定位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实时获取并显示温度、天气、风力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自动定时更新，保持数据新鲜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- 穿搭推荐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根据天气状况匹配穿搭标签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从小红书数据中筛选相关穿搭内容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推荐结果以图文形式展示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支持用户反馈与调整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- 个性化设置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用户可设置穿衣偏好（如怕冷/怕热）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收藏喜欢的穿搭方案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历史记录查询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启动界面：选择城市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显示今日天气：25°C 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推荐穿搭：T恤+牛仔裤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更多推荐：点击查看详情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创新点与优势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数据驱动：结合天气与穿搭热门内容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实时性：爬虫保证数据最新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个性化：支持用户偏好调整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界面友好：温暖米色调，降低使用门槛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实现了基于爬虫的智能穿搭推荐系统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综合运用了爬虫、数据库、GUI技术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未来：接入更多数据源，优化推荐算法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计划：开发移动端版本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53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感谢各位老师的聆听与指导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感谢团队成员的合作与付出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感谢所有提供帮助的人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《天气衣橱》作品简介</dc:title>
  <dc:subject>答辩PPT</dc:subject>
  <dc:creator>Workspace AI</dc:creator>
  <cp:lastModifiedBy>Workspace AI</cp:lastModifiedBy>
  <cp:revision>1</cp:revision>
  <dcterms:created xsi:type="dcterms:W3CDTF">2026-06-24T16:31:55Z</dcterms:created>
  <dcterms:modified xsi:type="dcterms:W3CDTF">2026-06-24T16:31:55Z</dcterms:modified>
</cp:coreProperties>
</file>