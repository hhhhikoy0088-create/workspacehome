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介绍数据背景，说明字段含义与分析范畴，建立听众信任。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用卡片式布局让听众快速记住五位样本的基本属性。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用分组柱状图直观展示年龄段人数，右侧配以要点解读。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环形图展示均衡的职业构成，强调样本多样性。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横向条图按城市展示，右侧要点分析地域分布特征。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强调联系方式的统一性，左图右文布局增强视觉记忆。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左右对比式布局，柱状图与坐标轴结合揭示年龄-岗位映射。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以全幅地图为背景，突出城市-职业的映射关系。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用时间轴流程形式展示从数据到报告的全链路，强化方法论。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仪表盘式综合页，用一张图同时呈现多个关键结论，增强说服力。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用蜂巢卡片图展示五大发现，视觉新颖，便于逐一讲解。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1521440" cy="5806440"/>
          </a:xfrm>
          <a:prstGeom prst="roundRect">
            <a:avLst>
              <a:gd name="adj" fmla="val 283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C5B9B0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731520"/>
            <a:ext cx="2194560" cy="457200"/>
          </a:xfrm>
          <a:prstGeom prst="roundRect">
            <a:avLst>
              <a:gd name="adj" fmla="val 24000"/>
            </a:avLst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822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34D"/>
                </a:solidFill>
              </a:rPr>
              <a:t>商业计划书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通用示例数据表多维分析报告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基于姓名 / 年龄 / 职业 / 城市维度的数据洞察与人才特征梳理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5B9B0">
                <a:alpha val="7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862"/>
                </a:solidFill>
              </a:rPr>
              <a:t>文档来源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通用示例数据表.docx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5B9B0">
                <a:alpha val="7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862"/>
                </a:solidFill>
              </a:rPr>
              <a:t>PPT 类型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087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商业计划书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5B9B0">
                <a:alpha val="7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9136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862"/>
                </a:solidFill>
              </a:rPr>
              <a:t>页数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5074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生成时间：2026/6/30 22:45:44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报告目录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本次分析将围绕五个核心维度展开，全面拆解样本数据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84708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数据概览与样本结构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0" y="17647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4414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2505456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423160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年龄分布与阶段特征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0" y="24231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099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163824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职业类型与技能图谱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0" y="30815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822192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3739896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城市分布与地域偏好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0" y="373989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41655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480560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4398264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联系方式与数字化触达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789920" y="43982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5074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" y="5138928"/>
            <a:ext cx="1828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505663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个体对比与综合画像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789920" y="50566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B9B0"/>
                </a:solidFill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数据源与采集说明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本报告基于‘通用示例数据表’进行结构化清洗与维度扩充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数据来源：综合信息管理平台导出的标准化人才示例表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字段包含：姓名、年龄、职业、所在城市、联系方式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有效样本量：5 条独立记录，覆盖 4 座一线/新一线城市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后续分析将围绕数值、类别、地理三大类变量展开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所有数据已做匿名化处理，仅保留分析用属性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桌面上的透明数据面板，显示字段名称与示例数据行，面板背景为虚化电路板纹理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建议关键词：数据面板 / 电路板纹理 / 字段标签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关键词：数据面板 / 电路板纹理 / 字段标签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样本基础特征速览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快速浏览五条记录的姓名、年龄、职业与所在城市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8DFD8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张伟：28岁，软件工程师，北京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李娜：32岁，产品经理，上海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8DFD8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王强：25岁，数据分析师，深圳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赵敏：29岁，市场营销专员，杭州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关键词：信息卡片 / 人物简笔画 / 数据流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年龄分布与区间划分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将五名个体按 25-27 岁、28-30 岁、30 岁以上分组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25-27 岁：王强(25)、陈晨(27)，技术/设计岗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28-30 岁：张伟(28)、赵敏(29)，工程/市场岗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岁以上：李娜(32)，管理/产品岗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平均年龄 28.2 岁，说明团队整体偏年轻化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年龄与岗位复杂度存在一定正相关趋势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柱状图以渐变蓝紫配色展示三个年龄区间人数，右上方悬浮年龄分布正态曲线示意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建议关键词：柱状图 / 渐变蓝紫 / 正态曲线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柱状示意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关键词：柱状图 / 渐变蓝紫 / 正态曲线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职业类型分布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样本涵盖技术、产品、数据、市场、设计五大职能方向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软件工程师 1 人（20%）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 1 人（20%）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数据分析师 1 人（20%）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市场营销专员 1 人（20%）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UI/UX设计师 1 人（20%）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环形饼图以五种科技蓝同色系填充，中心显示‘5类职能’字样，边缘有发光轨道线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建议关键词：环形饼图 / 五色同色系 / 发光轨道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饼图示意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关键词：环形饼图 / 五色同色系 / 发光轨道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所在城市分布与地域聚集度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北京、上海、深圳、杭州、成都各一人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53035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645920"/>
            <a:ext cx="5532120" cy="4480560"/>
          </a:xfrm>
          <a:prstGeom prst="roundRect">
            <a:avLst>
              <a:gd name="adj" fmla="val 2857"/>
            </a:avLst>
          </a:prstGeom>
          <a:solidFill>
            <a:srgbClr val="E8DFD8"/>
          </a:solidFill>
          <a:ln w="12700">
            <a:solidFill>
              <a:srgbClr val="C5B9B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74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</a:rPr>
              <a:t>A 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4028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一线城市：北京（1）、上海（1）、深圳（1）共3人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99008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新一线/强二线：杭州（1）、成都（1）共2人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7398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地域覆盖东部沿海、南部、西南，无重复城市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一线城市集中度 60%，但样本量小仅供参考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</a:rPr>
              <a:t>B 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2240280"/>
            <a:ext cx="4709160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56032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65176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315468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横置条形图显示5座城市各有一个样本，右侧放置标注城市的小图标和经纬线背景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36118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建议关键词：横向条形图 / 城市图标 / 经纬线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柱状示意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关键词：横向条形图 / 城市图标 / 经纬线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联系方式类型与数字化程度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全部联系人使用电子邮件，格式统一为企业邮箱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56692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4592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E8DFD8"/>
          </a:solidFill>
          <a:ln w="12700">
            <a:solidFill>
              <a:srgbClr val="C5B9B0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</a:rPr>
              <a:t>核心要点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212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100% 使用电子邮件作为联系方式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914400" y="2688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邮箱均采用‘名.姓+domain’的英文格式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914400" y="316382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域名包含 example.com，为企业定制邮箱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914400" y="3639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未出现电话、微信等即时通讯方式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数字化触达率高，但渠道单一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6858000" y="1874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34D"/>
                </a:solidFill>
              </a:rPr>
              <a:t>配图建议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24028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发光的信封图标从中央延伸出五条光线连接至五张头像卡片，背景为邮件符号阵列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39712" y="3383280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370332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3794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9752" y="429768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发光的信封图标从中央延伸出五条光线连接至五张头像卡片，背景为邮件符号阵列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9752" y="41148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建议关键词：信封图标 / 光线连接 / 头像卡片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关键词：信封图标 / 光线连接 / 头像卡片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年龄与职业对照分析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比较不同年龄段的岗位角色与经验倾向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25-27岁：初级/中级技术岗与设计岗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28-30岁：资深工程师与市场营销岗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32岁：产品管理岗，承担统筹职责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年龄增长伴随岗位从执行层向策略层过渡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此趋势在互联网/科技行业具有普遍性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左侧分组柱状图展示各年龄段人数，右侧平行坐标轴连接年龄与职业标签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建议关键词：分组柱状图 / 平行坐标轴 / 年龄轴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柱状示意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关键词：分组柱状图 / 平行坐标轴 / 年龄轴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城市与职业交叉对比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不同城市的产业特征在岗位分布上有所映射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北京：软件研发集聚，工程师岗位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上海：商业与产品中心，产品经理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深圳：数据驱动，数据分析师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杭州：电商与营销活跃，市场专员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成都：设计创意重镇，UI/UX设计师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中轴为科技蓝世界地图简图，五条引线连接城市名称与对应的职业图标，形成对比矩阵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建议关键词：地图连线 / 职业图标 / 对比矩阵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关键词：地图连线 / 职业图标 / 对比矩阵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数据采集到分析的处理流程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从原始示例表到多维洞察的系统化步骤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56432"/>
            <a:ext cx="384048" cy="384048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534D"/>
                </a:solidFill>
              </a:rPr>
              <a:t>步骤1：接收通用示例数据表（CSV/Excel）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456432"/>
            <a:ext cx="384048" cy="384048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534D"/>
                </a:solidFill>
              </a:rPr>
              <a:t>步骤2：字段解析与类型判断（文本、数值、邮箱）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456432"/>
            <a:ext cx="384048" cy="384048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534D"/>
                </a:solidFill>
              </a:rPr>
              <a:t>步骤3：缺失值检测与有效性校验（5行无缺失）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456432"/>
            <a:ext cx="384048" cy="384048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534D"/>
                </a:solidFill>
              </a:rPr>
              <a:t>步骤4：维度拆分（年龄分组、城市归类、职业标签化）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1097280" y="3657600"/>
            <a:ext cx="8686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0" y="3456432"/>
            <a:ext cx="384048" cy="384048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201168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62288" y="22311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534D"/>
                </a:solidFill>
              </a:rPr>
              <a:t>步骤5：可视化生成与报告撰写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183880" y="1828800"/>
            <a:ext cx="333756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14884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2402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7432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横向五步流程图，每个步骤用渐变色圆角矩形表示，连接箭头带有流动粒子效果，背景为淡蓝网格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03920" y="2971800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建议关键词：流程图 / 圆角矩形 / 流动粒子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34D"/>
                </a:solidFill>
              </a:rPr>
              <a:t>时间轴 / 流程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流程示意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关键词：流程图 / 圆角矩形 / 流动粒子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多指标综合仪表盘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一页概览年龄、职业、城市、联系方式四大维度核心指标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938528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848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年龄：平均值28.2岁，中位数28岁，极差7岁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职业：5类全覆盖，均衡度为1（满分）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364992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11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城市：一线占比60%，新一线40%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78224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2452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联系方式：邮箱覆盖率100%，格式标准差0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791456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DFD8"/>
          </a:solidFill>
          <a:ln w="12700">
            <a:solidFill>
              <a:srgbClr val="C5B9B0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9377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整体数据质量高，适合作为小样本分析范例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965960"/>
            <a:ext cx="4526280" cy="1965960"/>
          </a:xfrm>
          <a:prstGeom prst="roundRect">
            <a:avLst>
              <a:gd name="adj" fmla="val 558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C5B9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286000"/>
            <a:ext cx="502920" cy="502920"/>
          </a:xfrm>
          <a:prstGeom prst="ellipse">
            <a:avLst/>
          </a:prstGeom>
          <a:solidFill>
            <a:srgbClr val="E8DFD8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2377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34D"/>
                </a:solidFill>
              </a:rPr>
              <a:t>图片 / 图标 / 截图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8803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科技蓝仪表盘风格界面，包含中心环形图、四个指标小卡片、底部横向进度条，如监控大屏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建议关键词：仪表盘 / 监控大屏 / 指标卡片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饼图示意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关键词：仪表盘 / 监控大屏 / 指标卡片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核心发现与商业启示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基于数据特征为企业人才布局与市场策略提供参考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45920"/>
            <a:ext cx="109728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8DFD8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发现1：样本年龄跨度小，团队年轻化适合快速迭代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3969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发现2：职能高度分散，需要更多协同机制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8DFD8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发现3：一线城市集中，可考虑二三线远程拓展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5B9B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3741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发现4：联系方式单一，建议补充社交账号增强触达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876288" y="1874520"/>
            <a:ext cx="4754880" cy="2971800"/>
          </a:xfrm>
          <a:prstGeom prst="roundRect">
            <a:avLst>
              <a:gd name="adj" fmla="val 307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C5B9B0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86600" y="2103120"/>
            <a:ext cx="914400" cy="210312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828800"/>
            <a:ext cx="914400" cy="237744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914400" cy="1965960"/>
          </a:xfrm>
          <a:prstGeom prst="roundRect">
            <a:avLst>
              <a:gd name="adj" fmla="val 8000"/>
            </a:avLst>
          </a:prstGeom>
          <a:solidFill>
            <a:srgbClr val="E8DFD8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011680"/>
            <a:ext cx="914400" cy="2194560"/>
          </a:xfrm>
          <a:prstGeom prst="roundRect">
            <a:avLst>
              <a:gd name="adj" fmla="val 8000"/>
            </a:avLst>
          </a:prstGeom>
          <a:solidFill>
            <a:srgbClr val="C5B9B0"/>
          </a:solidFill>
          <a:ln w="12700">
            <a:solidFill>
              <a:srgbClr val="C5B9B0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590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534D"/>
                </a:solidFill>
              </a:rPr>
              <a:t>图片占位区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4892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862"/>
                </a:solidFill>
              </a:rPr>
              <a:t>关键词：六边形 / 蜂巢布局 / 发光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总结与下一步行动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归纳全部分析维度，提出可落地的优化建议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8813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03120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4825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总结：本次分析从5人样本中提取了年龄、职业、城市、联系等方面的结构性洞察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76148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建议1：建立持续更新的动态人才数据库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51560" y="3529584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4747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建议2：引入更多维度如薪资、工龄进行深度分析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4242816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18795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建议3：绘制城市-职能热力图指导招聘策略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51560" y="4956048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490118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建议4：拓展联系方式渠道，增加用户画像属性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8778240" y="5166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534D"/>
                </a:solidFill>
              </a:rPr>
              <a:t>谢谢聆听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400" y="0"/>
            <a:ext cx="137160" cy="6858000"/>
          </a:xfrm>
          <a:prstGeom prst="rect">
            <a:avLst/>
          </a:prstGeom>
          <a:solidFill>
            <a:srgbClr val="E8DFD8"/>
          </a:solidFill>
          <a:ln w="12700">
            <a:solidFill>
              <a:srgbClr val="E8DFD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943600"/>
            <a:ext cx="731520" cy="731520"/>
          </a:xfrm>
          <a:prstGeom prst="ellipse">
            <a:avLst/>
          </a:prstGeom>
          <a:solidFill>
            <a:srgbClr val="C5B9B0">
              <a:alpha val="65000"/>
            </a:srgbClr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5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致谢与问答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12648" y="93268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感谢倾听，欢迎进一步交流数据驱动的洞察实践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43584"/>
            <a:ext cx="10972800" cy="0"/>
          </a:xfrm>
          <a:prstGeom prst="line">
            <a:avLst/>
          </a:prstGeom>
          <a:noFill/>
          <a:ln w="12700">
            <a:solidFill>
              <a:srgbClr val="C5B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088136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5B9B0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103120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204825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联系邮箱：analyst@example.com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51560" y="2816352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76148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数据来源：通用示例数据表（模拟数据）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1051560" y="3529584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3474720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分析工具：Python / Tableau / Figma 示意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51560" y="4242816"/>
            <a:ext cx="164592" cy="164592"/>
          </a:xfrm>
          <a:prstGeom prst="ellipse">
            <a:avLst/>
          </a:prstGeom>
          <a:solidFill>
            <a:srgbClr val="C5B9B0"/>
          </a:solidFill>
          <a:ln w="12700">
            <a:solidFill>
              <a:srgbClr val="C5B9B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418795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F68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本报告结构性模板可用于真实数据集快速复用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778240" y="5166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534D"/>
                </a:solidFill>
              </a:rPr>
              <a:t>谢谢聆听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通用示例数据表.docx</dc:title>
  <dc:subject>商业计划书</dc:subject>
  <dc:creator>Workspace AI</dc:creator>
  <cp:lastModifiedBy>Workspace AI</cp:lastModifiedBy>
  <cp:revision>1</cp:revision>
  <dcterms:created xsi:type="dcterms:W3CDTF">2026-06-30T14:45:44Z</dcterms:created>
  <dcterms:modified xsi:type="dcterms:W3CDTF">2026-06-30T14:45:44Z</dcterms:modified>
</cp:coreProperties>
</file>