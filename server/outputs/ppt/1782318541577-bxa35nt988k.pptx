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本次汇报分为五个部分：项目背景、技术架构、功能展示、创新点和总结展望。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我们发现很多人早上纠结穿什么，天气变化快，现有应用缺少实时天气与穿搭内容的结合。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我们提出用爬虫技术同时获取天气和穿搭数据，为推荐提供依据。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项目在PyCharm中开发，使用Python语言，核心模块包括爬虫、数据库管理和图形界面。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爬虫模块负责定时抓取天气网的气象数据和小红书的热门穿搭内容。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我们使用MySQL数据库存储爬取的数据，设计了天气表和穿搭表，便于查询和更新。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使用Tkinter实现图形界面，包含天气显示区域和推荐穿搭列表，同时支持收藏和历史记录。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系统根据实时的温度和天气状况，从数据库中筛选匹配的穿搭方案，并融合小红书热度排序。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接下来演示核心功能：启动系统后显示当前天气，点击推荐获得穿搭，用户可收藏。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主页上方展示当前天气详细信息，包括温度、湿度、风力以及未来短时预报。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推荐区域显示多个穿搭方案，附有图片和描述，用户可点开查看完整搭配。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用户可以将喜欢的穿搭收藏起来，历史记录方便回溯，形成个人数据积累。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项目创新在于整合天气和社交媒体穿搭数据，实时推荐，并且界面友好易用。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本项目成功搭建了智能穿搭辅助原型，未来可以加入用户画像乃至AI生成穿搭，提升个性化水平。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我的汇报到此结束，感谢各位老师和同学，请批评指正。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《天气衣橱》智能穿搭辅助工具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基于爬虫技术的课程项目汇报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0972800" cy="292608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9BE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</a:rPr>
              <a:t>类型：课程作业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</a:rPr>
              <a:t>页数：16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</a:rPr>
              <a:t>生成时间：2026/6/25 00:29:01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项目背景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技术架构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功能展示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项目创新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总结展望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项目背景：问题提出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日常穿搭与天气不匹配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用户需要个性化参考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现有工具无法实时结合天气与潮流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项目背景：解决方案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爬取中国天气网实时气象数据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爬取小红书热门穿搭内容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数据驱动下发衣橱推荐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开发环境：PyCharm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编程语言：Python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核心模块：爬虫、数据库、GUI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数据采集：爬虫模块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中国天气网（实时气温、湿度、天气状况）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小红书（热门穿搭图文、标签）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定时调度，数据更新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数据存储：数据库管理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数据库类型：MySQL（本地/云端）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存储天气数据表、穿搭数据表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通过Python连接数据，读写分离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交互界面：GUI设计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基于Tkinter开发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主界面：当前天气显示与推荐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历史记录、穿搭收藏功能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推荐逻辑：天气与穿搭匹配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按温度、天气状况分类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匹配对应穿搭标签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结合小红书热门元素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功能展示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启动界面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天气实时显示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穿搭推荐结果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收藏与历史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功能展示：天气实时显示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气温、天气图标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湿度、风力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未来三小时预报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功能展示：穿搭推荐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推荐列表呈现（文字+图片）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排序依据：热度+天气匹配度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点击可查看详情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功能展示：收藏与历史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收藏的穿搭方案保存到本地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历史浏览记录可回顾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个性化收藏夹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项目创新点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多源数据融合（天气+穿搭社区）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实时性与个性化结合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GUI可视化操作便捷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综合应用爬虫、数据库、GUI技术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实现了数据驱动的智能穿搭服务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未来可扩展：用户画像、AI穿搭生成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《天气衣橱》项目组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欢迎提问交流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Workspace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《天气衣橱》智能穿搭辅助工具</dc:title>
  <dc:subject>课程作业</dc:subject>
  <dc:creator>Workspace AI</dc:creator>
  <cp:lastModifiedBy>Workspace AI</cp:lastModifiedBy>
  <cp:revision>1</cp:revision>
  <dcterms:created xsi:type="dcterms:W3CDTF">2026-06-24T16:29:01Z</dcterms:created>
  <dcterms:modified xsi:type="dcterms:W3CDTF">2026-06-24T16:29:01Z</dcterms:modified>
</cp:coreProperties>
</file>