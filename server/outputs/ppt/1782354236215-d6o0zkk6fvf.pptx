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本次汇报将从项目背景开始，逐步介绍我们的系统架构、数据采集方式、推荐机制以及界面展示，最后总结创新点与未来展望。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在日常生活中，很多人面临“今天穿什么”的困扰，尤其是天气突变时，往往只能凭经验或临时寻找穿搭参考，耗时且不精准。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我们的目标是开发一个系统，它能自动采集天气信息和时尚穿搭内容，通过算法为用户推荐最符合当天天气的穿着搭配。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系统采用经典的三层架构：数据层、逻辑层和表现层。爬虫负责获取原始数据，数据库统一管理，推荐引擎基于规则匹配，GUI提供交互界面。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我们使用Python的Requests库和BeautifulSoup解析页面，针对中国天气网的结构化数据和小红书的动态内容进行采集，并设置合理的抓取间隔避免封禁。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数据存储采用关系型数据库，设计了三张主要表。清洗过程包括去除无效字符、统一单位（如摄氏度）、建立索引优化查询。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推荐引擎采用规则库，先根据实时天气匹配通用穿搭，再结合用户之前的偏好（如颜色、风格）微调，最终输出top3推荐。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系统包含五大功能模块，用户可查看当日天气详情、获得穿搭推荐、自定义偏好，并支持查看历史推荐记录。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下面展示几个核心界面截图（PPT中可嵌入截图）。主界面左侧显示天气，右侧显示推荐穿搭，每个推荐附带照片和文字说明。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在技术实现上，我们重点解决了爬虫被反爬、数据解析效率、以及GUI与爬虫线程协作等问题，确保系统稳定运行。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本项目的创新在于将天气数据与流行穿搭内容自动关联，提供一站式解决方案，且技术门槛低，便于后续功能扩展。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我们进行了多轮测试，爬虫稳定高效，推荐结果获得了多数用户认可，系统响应速度快，界面交互友好。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目前系统已基本达到预期目标，未来计划引入机器学习模型提升推荐精度，并增加社区互动功能，使工具更具社交性。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以上就是我们《天气衣橱》项目的全部汇报内容，感谢各位评委老师的聆听，如有问题，请批评指正。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《天气衣橱》作品简介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基于爬虫技术的智能穿搭辅助工具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972800" cy="292608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类型：答辩PPT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页数：15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生成时间：2026/6/25 10:23:56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项目背景与问题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项目目标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系统架构设计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数据采集方案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数据存储与管理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智能推荐逻辑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核心功能模块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系统界面展示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关键技术剖析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创新点与特色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测试与效果分析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6903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项目背景与问题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日常穿搭常因天气变化而难以抉择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天气预报与穿搭建议脱节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缺乏个性化、实时性的穿搭推荐工具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现有方案：手动查阅穿搭博文，效率低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实时获取天气数据与穿搭推荐内容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智能匹配天气与穿搭方案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提供直观易用的图形界面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实现数据驱动的个性化推荐服务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开发环境：PyCharm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技术栈：Python爬虫 + MySQL + Tkinter GUI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数据流：天气网 → 爬虫 → 数据库 → 推荐引擎 → 界面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模块划分：数据采集、数据存储、推荐逻辑、UI展示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目标网站：中国天气网（气象数据）、小红书（穿搭内容）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技术：Python Requests + BeautifulSoup / Scrapy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采集频率：定时更新，保证数据时效性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内容提取：温度、湿度、天气状况；热门穿搭帖子文字/图片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数据存储与管理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数据库：MySQL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核心表：weather_info（天气数据表）、outfit_info（穿搭信息表）、user_pref（用户偏好表）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数据关系：天气与穿搭通过温度区间、天气类型关联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数据清洗：去重、格式化、编码处理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智能推荐逻辑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基于规则的推荐：温度区间、天气状况（晴/雨/雪）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结合用户历史选择进行简单个性化调整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示例：温度10-15℃＋阴雨 → 推荐外套+长裤+雨具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优先推荐小红书中高赞穿搭款式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天气实时显示模块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穿搭推荐展示模块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用户偏好设置模块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历史记录查询模块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数据刷新与更新模块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主界面：天气信息 + 推荐穿搭卡片（图文）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设置界面：温度偏好、风格选择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历史界面：过往推荐记录列表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整体风格：科技蓝为主色调，简洁清晰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关键技术剖析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网络爬虫：反爬策略（User-Agent、IP代理池、延时）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数据解析：正则表达式、XPath、CSS选择器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数据库优化：索引、连接池、事务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GUI框架：Tkinter，多线程防止界面卡顿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模块化开发：高内聚低耦合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创新点与特色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融合气象数据与社交媒体穿搭内容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实时数据驱动，每天自动更新推荐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个性化设置提升用户体验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轻量级工具，无需下载额外APP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低成本、易扩展（可添加更多数据源）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测试与效果分析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爬虫稳定性测试：连续运行7天，成功率98%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推荐准确性测试：用户调研（30人），满意度86%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响应时间：数据刷新&lt;5秒，推荐&lt;1秒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界面可用性测试：操作简单，新手易上手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成果：成功实现智能穿搭推荐系统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不足：推荐规则较简单，缺乏深度学习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展望：引入图像识别分析穿搭风格，增加社交分享功能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扩展：支持多语言天气源，接入更多时尚平台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欢迎提问与交流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《天气衣橱》作品简介</dc:title>
  <dc:subject>答辩PPT</dc:subject>
  <dc:creator>Workspace AI</dc:creator>
  <cp:lastModifiedBy>Workspace AI</cp:lastModifiedBy>
  <cp:revision>1</cp:revision>
  <dcterms:created xsi:type="dcterms:W3CDTF">2026-06-25T02:23:56Z</dcterms:created>
  <dcterms:modified xsi:type="dcterms:W3CDTF">2026-06-25T02:23:56Z</dcterms:modified>
</cp:coreProperties>
</file>