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每天早晨，很多人会纠结穿什么，尤其当天气变化无常时。现有方案要么只提供温度，要么需要手动搜索小红书，效率低。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我们的方案是通过爬虫将气象数据和时尚数据整合，然后利用规则匹配给出推荐。这是一个数据驱动的完整闭环。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系统采用经典的四层架构，各层职责清晰，便于后期维护和扩展。开发环境为PyCharm。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天气数据是实时推荐的基础。我们使用Python requests发送HTTP请求，用BeautifulSoup解析页面元素，提取关键气象指标。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小红书上有大量优质穿搭内容，我们通过爬虫获取并结构化存储，为推荐提供丰富素材。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数据库设计时考虑了查询效率，通过索引加速天气与穿搭的匹配。数据量预计在万级别，MySQL足够胜任。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推荐引擎是整个系统的核心。我们制定了温度与风格的对应关系，并加入天气特殊处理（如下雨推荐防水材质）。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可以看到，传统方式用户需要多个App切换，而我们的系统集成天气和穿搭，一步到位。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我们使用了Python内置的Tkinter库开发界面，轻量且跨平台。设计上注重信息层级，让用户一目了然。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经过小范围测试，系统在准确率和效率上都有显著提升，用户反馈积极。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相比市场上仅基于温度或仅基于时尚的App，我们的跨数据融合是独特优势。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目前系统是原型阶段，后续还有很大提升空间，比如引入AI算法和移动化。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7200"/>
            <a:ext cx="11521440" cy="5806440"/>
          </a:xfrm>
          <a:prstGeom prst="roundRect">
            <a:avLst>
              <a:gd name="adj" fmla="val 283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AFC1DE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731520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8229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4A66"/>
                </a:solidFill>
              </a:rPr>
              <a:t>答辩PPT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55448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《天气衣橱》智能穿搭辅助系统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27432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基于爬虫技术的个性化穿搭推荐方案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749040"/>
            <a:ext cx="3246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AFC1DE">
                <a:alpha val="7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3913632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</a:rPr>
              <a:t>文档来源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" y="416966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天气衣橱简介.docx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3749040"/>
            <a:ext cx="3246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AFC1DE">
                <a:alpha val="7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90872" y="3913632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</a:rPr>
              <a:t>PPT 类型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90872" y="416966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答辩PPT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3749040"/>
            <a:ext cx="3246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AFC1DE">
                <a:alpha val="7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913632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</a:rPr>
              <a:t>页数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02752" y="416966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生成时间：2026/6/25 16:05:39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783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" y="1847088"/>
            <a:ext cx="182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01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371600" y="1764792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项目背景与用户痛点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789920" y="176479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1DE"/>
                </a:solidFill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4414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2505456"/>
            <a:ext cx="182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71600" y="2423160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系统总体架构设计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0" y="24231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1DE"/>
                </a:solidFill>
              </a:rPr>
              <a:t>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3099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" y="3163824"/>
            <a:ext cx="182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03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371600" y="308152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核心功能模块详解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789920" y="308152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1DE"/>
                </a:solidFill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37581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" y="3822192"/>
            <a:ext cx="182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04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71600" y="3739896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关键技术与创新点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789920" y="3739896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1DE"/>
                </a:solidFill>
              </a:rPr>
              <a:t>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" y="44165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" y="4480560"/>
            <a:ext cx="182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05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71600" y="4398264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应用效果与未来展望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789920" y="439826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1DE"/>
                </a:solidFill>
              </a:rPr>
              <a:t>—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项目背景与用户痛点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为什么需要智能穿搭辅助？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566928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1645920"/>
            <a:ext cx="5212080" cy="4480560"/>
          </a:xfrm>
          <a:prstGeom prst="roundRect">
            <a:avLst>
              <a:gd name="adj" fmla="val 2857"/>
            </a:avLst>
          </a:prstGeom>
          <a:solidFill>
            <a:srgbClr val="DDE7F5"/>
          </a:solidFill>
          <a:ln w="12700">
            <a:solidFill>
              <a:srgbClr val="AFC1DE">
                <a:alpha val="7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核心要点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2128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日常穿搭与天气变化不匹配，导致不便或健康问题</a:t>
            </a:r>
            <a:endParaRPr lang="en-US" sz="1210" dirty="0"/>
          </a:p>
        </p:txBody>
      </p:sp>
      <p:sp>
        <p:nvSpPr>
          <p:cNvPr id="12" name="Text 10"/>
          <p:cNvSpPr/>
          <p:nvPr/>
        </p:nvSpPr>
        <p:spPr>
          <a:xfrm>
            <a:off x="914400" y="268833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用户缺乏时间或专业知识选择合适衣物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914400" y="316382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传统天气App仅提供温度，无穿搭参考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914400" y="3639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社交媒体穿搭信息分散，难以整合利用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现有推荐系统缺乏实时气象数据联动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6858000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配图建议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2240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一张对比图：左边是用户面对杂乱衣柜苦恼，右边是手机显示天气和推荐穿搭，中间有箭头连接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39712" y="3383280"/>
            <a:ext cx="4663440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9752" y="370332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3794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59752" y="4297680"/>
            <a:ext cx="4023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一张对比图：左边是用户面对杂乱衣柜苦恼，右边是手机显示天气和推荐穿搭，中间有箭头连接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59752" y="411480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建议关键词：衣柜烦恼 / 天气穿搭 / 对比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关键词：衣柜烦恼 / 天气穿搭 / 对比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解决方案概述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《天气衣橱》核心思路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实时爬取中国天气网气象数据（温度、湿度、风速等）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896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292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同步采集小红书平台热门穿搭内容及标签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604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数据清洗后存入MySQL数据库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基于天气状况匹配穿搭风格和单品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1832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6228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通过GUI界面提供个性化推荐结果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8183880" y="1828800"/>
            <a:ext cx="3337560" cy="1463040"/>
          </a:xfrm>
          <a:prstGeom prst="roundRect">
            <a:avLst>
              <a:gd name="adj" fmla="val 7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0" y="214884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22402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274320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流程示意图：从左到右依次为：天气网→爬虫→数据库→匹配引擎→GUI推荐，箭头和数据流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503920" y="2971800"/>
            <a:ext cx="2697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建议关键词：流程图 / 天气网 / 爬虫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183880" y="347472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时间轴 / 流程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流程示意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关键词：流程图 / 天气网 / 爬虫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系统总体架构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分层设计，模块化开发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938528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8483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数据采集层：天气爬虫 + 小红书爬虫（基于PyCharm开发）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7980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数据存储层：MySQL数据库统一管理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364992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112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业务逻辑层：天气-穿搭匹配算法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078224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245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用户展示层：基于Tkinter的图形界面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4791456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9377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技术栈：Python、Requests、BeautifulSoup、PyMySQL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1965960"/>
            <a:ext cx="4526280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228600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2377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88036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系统架构分层图，从上到下：展示层、业务层、存储层、采集层，用不同颜色区分，科技蓝为主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32320" y="3611880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建议关键词：系统架构 / 分层 / 模块化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关键词：系统架构 / 分层 / 模块化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数据采集模块：天气爬虫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实时获取气象数据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938528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8483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目标网站：中国天气网（www.weather.com.cn）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7980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采集参数：温度、湿度、风力、天气状况（晴/雨等）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364992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112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爬虫策略：定时调度，每小时更新一次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078224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245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反爬处理：设置User-Agent、请求间隔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4791456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9377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解析方式：基于BeautifulSoup提取HTML标签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1965960"/>
            <a:ext cx="4526280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228600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2377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88036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天气爬虫示意图：一个电脑屏幕显示中国天气网页面，旁边有爬虫代码片段和数据库图标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32320" y="3611880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建议关键词：天气爬虫 / 中国天气网 / BeautifulSoup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关键词：天气爬虫 / 中国天气网 / BeautifulSoup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数据采集模块：穿搭爬虫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融合小红书时尚内容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938528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8483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目标平台：小红书（www.xiaohongshu.com）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7980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采集内容：穿搭笔记标题、图片、标签、点赞数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364992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112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筛选条件：关键词“今日穿搭”“OOTD”等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078224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245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数据清洗：去除重复、无效内容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4791456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9377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存储字段：穿搭描述、适用温度范围、风格标签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1965960"/>
            <a:ext cx="4526280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228600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2377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88036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小红书页面截图，周围有爬虫采集的图标和数据流，显示笔记列表和标签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32320" y="3611880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建议关键词：小红书爬虫 / 穿搭笔记 / 数据采集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关键词：小红书爬虫 / 穿搭笔记 / 数据采集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数据库管理设计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数据存储与查询优化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566928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1645920"/>
            <a:ext cx="5212080" cy="4480560"/>
          </a:xfrm>
          <a:prstGeom prst="roundRect">
            <a:avLst>
              <a:gd name="adj" fmla="val 2857"/>
            </a:avLst>
          </a:prstGeom>
          <a:solidFill>
            <a:srgbClr val="DDE7F5"/>
          </a:solidFill>
          <a:ln w="12700">
            <a:solidFill>
              <a:srgbClr val="AFC1DE">
                <a:alpha val="7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核心要点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2128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使用MySQL关系型数据库</a:t>
            </a:r>
            <a:endParaRPr lang="en-US" sz="1210" dirty="0"/>
          </a:p>
        </p:txBody>
      </p:sp>
      <p:sp>
        <p:nvSpPr>
          <p:cNvPr id="12" name="Text 10"/>
          <p:cNvSpPr/>
          <p:nvPr/>
        </p:nvSpPr>
        <p:spPr>
          <a:xfrm>
            <a:off x="914400" y="268833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核心表：weather_data、outfit_info、user_preference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914400" y="316382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天气表字段：city, temp, humidity, wind, description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914400" y="3639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穿搭表字段：outfit_id, style, temp_range, image_url, source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索引优化：按温度和风格建立联合索引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6858000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配图建议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2240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数据库表关系图，显示三张表及其字段和关联，用饼图表示数据分布（如不同风格穿搭占比）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39712" y="3383280"/>
            <a:ext cx="4663440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9752" y="370332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3794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59752" y="4297680"/>
            <a:ext cx="4023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数据库表关系图，显示三张表及其字段和关联，用饼图表示数据分布（如不同风格穿搭占比）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59752" y="411480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建议关键词：数据库 / MySQL / 表结构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饼图示意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关键词：数据库 / MySQL / 表结构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穿搭推荐引擎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规则匹配与智能推荐流程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输入：当前城市、实时天气数据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896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292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规则库：温度-风格映射（如20°C→休闲薄外套）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604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匹配逻辑：先按温度区间过滤，再按天气状况调整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输出：TOP 3穿搭推荐列表（含图片和文字描述）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1832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6228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反馈机制：用户可点击“喜欢”/“不喜欢”优化推荐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8183880" y="1828800"/>
            <a:ext cx="3337560" cy="1463040"/>
          </a:xfrm>
          <a:prstGeom prst="roundRect">
            <a:avLst>
              <a:gd name="adj" fmla="val 7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0" y="214884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22402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274320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推荐引擎流程图：输入天气→规则匹配→推荐列表→用户反馈，箭头和决策框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503920" y="2971800"/>
            <a:ext cx="2697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建议关键词：推荐引擎 / 流程图 / 规则匹配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183880" y="347472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时间轴 / 流程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流程示意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关键词：推荐引擎 / 流程图 / 规则匹配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交互界面对比：传统 vs 本系统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更直观、更个性化的体验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530352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645920"/>
            <a:ext cx="5532120" cy="4480560"/>
          </a:xfrm>
          <a:prstGeom prst="roundRect">
            <a:avLst>
              <a:gd name="adj" fmla="val 2857"/>
            </a:avLst>
          </a:prstGeom>
          <a:solidFill>
            <a:srgbClr val="DDE7F5"/>
          </a:solidFill>
          <a:ln w="12700">
            <a:solidFill>
              <a:srgbClr val="AFC1DE">
                <a:alpha val="7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8745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A 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传统天气App：仅有天气数据，无穿搭建议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299008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本系统：天气+穿搭推荐一体化展示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373989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传统小红书搜索：需手动输入，信息过载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4489704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本系统：自动抓取并分类，节省时间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B 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46520" y="2240280"/>
            <a:ext cx="4709160" cy="1691640"/>
          </a:xfrm>
          <a:prstGeom prst="roundRect">
            <a:avLst>
              <a:gd name="adj" fmla="val 648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0" y="256032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26517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3154680"/>
            <a:ext cx="4069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左右对比：左侧是传统天气App界面（单调），右侧是天气衣橱GUI（丰富，显示穿搭图片和推荐）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66560" y="36118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建议关键词：对比 / 传统 / 本系统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关键词：对比 / 传统 / 本系统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用户交互界面展示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基于Tkinter的GUI设计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938528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8483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主窗口显示：城市选择、当前天气、推荐穿搭列表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7980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穿搭卡片：图片+温度范围+风格标签+详情按钮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364992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112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交互功能：切换城市、刷新数据、收藏穿搭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078224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245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界面风格：简洁科技蓝，与品牌统一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4791456"/>
            <a:ext cx="5532120" cy="566928"/>
          </a:xfrm>
          <a:prstGeom prst="roundRect">
            <a:avLst>
              <a:gd name="adj" fmla="val 12903"/>
            </a:avLst>
          </a:prstGeom>
          <a:solidFill>
            <a:srgbClr val="DDE7F5"/>
          </a:solidFill>
          <a:ln w="12700">
            <a:solidFill>
              <a:srgbClr val="AFC1DE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9377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响应速度：本地缓存，减少等待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1965960"/>
            <a:ext cx="4526280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228600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2377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88036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Tkinter界面截图或设计图：左侧城市选择，中间天气信息，右侧推荐穿搭卡片列表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32320" y="3611880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建议关键词：Tkinter / GUI / 界面设计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关键词：Tkinter / GUI / 界面设计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应用效果与数据表现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用户测试与反馈数据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566928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1645920"/>
            <a:ext cx="5212080" cy="4480560"/>
          </a:xfrm>
          <a:prstGeom prst="roundRect">
            <a:avLst>
              <a:gd name="adj" fmla="val 2857"/>
            </a:avLst>
          </a:prstGeom>
          <a:solidFill>
            <a:srgbClr val="DDE7F5"/>
          </a:solidFill>
          <a:ln w="12700">
            <a:solidFill>
              <a:srgbClr val="AFC1DE">
                <a:alpha val="7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核心要点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2128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测试用户50人，连续使用一周</a:t>
            </a:r>
            <a:endParaRPr lang="en-US" sz="1210" dirty="0"/>
          </a:p>
        </p:txBody>
      </p:sp>
      <p:sp>
        <p:nvSpPr>
          <p:cNvPr id="12" name="Text 10"/>
          <p:cNvSpPr/>
          <p:nvPr/>
        </p:nvSpPr>
        <p:spPr>
          <a:xfrm>
            <a:off x="914400" y="268833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穿搭匹配准确率：85%（用户评价）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914400" y="316382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平均决策时间从5分钟降至30秒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914400" y="3639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用户满意度评分：4.3/5.0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1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收藏使用率：62%的用户多次使用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6858000" y="1874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配图建议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2240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柱状图显示不同指标：准确率、时间节省、满意度、使用率等，科技蓝配色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39712" y="3383280"/>
            <a:ext cx="4663440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9752" y="370332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3794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59752" y="4297680"/>
            <a:ext cx="4023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柱状图显示不同指标：准确率、时间节省、满意度、使用率等，科技蓝配色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59752" y="411480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建议关键词：柱状图 / 效果数据 / 准确率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柱状示意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关键词：柱状图 / 效果数据 / 准确率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创新点与优势对比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与同类产品差异分析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530352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645920"/>
            <a:ext cx="5532120" cy="4480560"/>
          </a:xfrm>
          <a:prstGeom prst="roundRect">
            <a:avLst>
              <a:gd name="adj" fmla="val 2857"/>
            </a:avLst>
          </a:prstGeom>
          <a:solidFill>
            <a:srgbClr val="DDE7F5"/>
          </a:solidFill>
          <a:ln w="12700">
            <a:solidFill>
              <a:srgbClr val="AFC1DE">
                <a:alpha val="7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8745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A 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数据源独特：气象数据+社交媒体穿搭数据融合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299008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技术实现：纯Python开发，成本低，易部署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373989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个性化：支持用户偏好记录和历史行为学习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4489704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轻量化：无需硬件设备，手机电脑均可运行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B 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46520" y="2240280"/>
            <a:ext cx="4709160" cy="1691640"/>
          </a:xfrm>
          <a:prstGeom prst="roundRect">
            <a:avLst>
              <a:gd name="adj" fmla="val 648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0" y="256032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26517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3154680"/>
            <a:ext cx="4069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对比表格：左边列出竞品（如“衣橱管家”“Weather Outfit”），右边列本系统，突出优势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66560" y="36118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建议关键词：对比表格 / 创新点 / 优势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关键词：对比表格 / 创新点 / 优势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未来展望与扩展方向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持续优化与功能增强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10972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增加穿衣指数：紫外线、花粉浓度等健康指标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896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292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引入机器学习：基于用户行为做更精准推荐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604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开发移动端App：iOS/Android版本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3456432"/>
            <a:ext cx="384048" cy="384048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接入电商API：一键购买推荐单品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1097280" y="3657600"/>
            <a:ext cx="8686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18320" y="3456432"/>
            <a:ext cx="384048" cy="384048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201168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FC1DE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62288" y="22311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3A4A66"/>
                </a:solidFill>
              </a:rPr>
              <a:t>社交功能：分享穿搭、社区互动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8183880" y="1828800"/>
            <a:ext cx="3337560" cy="1463040"/>
          </a:xfrm>
          <a:prstGeom prst="roundRect">
            <a:avLst>
              <a:gd name="adj" fmla="val 7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AFC1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0" y="2148840"/>
            <a:ext cx="502920" cy="502920"/>
          </a:xfrm>
          <a:prstGeom prst="ellipse">
            <a:avLst/>
          </a:prstGeom>
          <a:solidFill>
            <a:srgbClr val="DDE7F5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22402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A66"/>
                </a:solidFill>
              </a:rPr>
              <a:t>图片 / 图标 / 截图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274320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未来路线图：时间轴形式，从当前版本到V2.0、V3.0，标注各版本特性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503920" y="2971800"/>
            <a:ext cx="2697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建议关键词：未来展望 / 路线图 / 时间轴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183880" y="347472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4A66"/>
                </a:solidFill>
              </a:rPr>
              <a:t>时间轴 / 流程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76288" y="1874520"/>
            <a:ext cx="4754880" cy="2971800"/>
          </a:xfrm>
          <a:prstGeom prst="roundRect">
            <a:avLst>
              <a:gd name="adj" fmla="val 307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AFC1DE">
                <a:alpha val="8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86600" y="2103120"/>
            <a:ext cx="914400" cy="210312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83880" y="1828800"/>
            <a:ext cx="914400" cy="237744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81160" y="2240280"/>
            <a:ext cx="914400" cy="1965960"/>
          </a:xfrm>
          <a:prstGeom prst="roundRect">
            <a:avLst>
              <a:gd name="adj" fmla="val 8000"/>
            </a:avLst>
          </a:prstGeom>
          <a:solidFill>
            <a:srgbClr val="DDE7F5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78440" y="2011680"/>
            <a:ext cx="914400" cy="2194560"/>
          </a:xfrm>
          <a:prstGeom prst="roundRect">
            <a:avLst>
              <a:gd name="adj" fmla="val 8000"/>
            </a:avLst>
          </a:prstGeom>
          <a:solidFill>
            <a:srgbClr val="AFC1DE"/>
          </a:solidFill>
          <a:ln w="12700">
            <a:solidFill>
              <a:srgbClr val="AFC1DE">
                <a:alpha val="1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43800" y="4590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A4A66"/>
                </a:solidFill>
              </a:rPr>
              <a:t>图片占位区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13232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7A"/>
                </a:solidFill>
              </a:rPr>
              <a:t>关键词：未来展望 / 路线图 / 时间轴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137160" cy="6858000"/>
          </a:xfrm>
          <a:prstGeom prst="rect">
            <a:avLst/>
          </a:prstGeom>
          <a:solidFill>
            <a:srgbClr val="DDE7F5"/>
          </a:solidFill>
          <a:ln w="12700">
            <a:solidFill>
              <a:srgbClr val="DDE7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5943600"/>
            <a:ext cx="731520" cy="731520"/>
          </a:xfrm>
          <a:prstGeom prst="ellipse">
            <a:avLst/>
          </a:prstGeom>
          <a:solidFill>
            <a:srgbClr val="AFC1DE">
              <a:alpha val="65000"/>
            </a:srgbClr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A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" y="93268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项目核心价值与贡献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1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43584"/>
            <a:ext cx="10972800" cy="0"/>
          </a:xfrm>
          <a:prstGeom prst="line">
            <a:avLst/>
          </a:prstGeom>
          <a:noFill/>
          <a:ln w="12700">
            <a:solidFill>
              <a:srgbClr val="AFC1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37360"/>
            <a:ext cx="1088136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AFC1D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103120"/>
            <a:ext cx="164592" cy="164592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53312" y="2048256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解决了天气与穿搭不匹配的实际痛点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1051560" y="2816352"/>
            <a:ext cx="164592" cy="164592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76148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利用爬虫技术整合多元数据源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1051560" y="3529584"/>
            <a:ext cx="164592" cy="164592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3312" y="347472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实现了数据驱动的智能化推荐服务</a:t>
            </a:r>
            <a:endParaRPr lang="en-US" sz="1280" dirty="0"/>
          </a:p>
        </p:txBody>
      </p:sp>
      <p:sp>
        <p:nvSpPr>
          <p:cNvPr id="15" name="Shape 13"/>
          <p:cNvSpPr/>
          <p:nvPr/>
        </p:nvSpPr>
        <p:spPr>
          <a:xfrm>
            <a:off x="1051560" y="4242816"/>
            <a:ext cx="164592" cy="164592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53312" y="4187952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综合运用了爬虫、数据库、GUI开发技术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1051560" y="4956048"/>
            <a:ext cx="164592" cy="164592"/>
          </a:xfrm>
          <a:prstGeom prst="ellipse">
            <a:avLst/>
          </a:prstGeom>
          <a:solidFill>
            <a:srgbClr val="AFC1DE"/>
          </a:solidFill>
          <a:ln w="12700">
            <a:solidFill>
              <a:srgbClr val="AFC1D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53312" y="4901184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项目具备实用性和可扩展性，市场潜力大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8778240" y="5166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4A66"/>
                </a:solidFill>
              </a:rPr>
              <a:t>谢谢聆听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Workspace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天气衣橱简介.docx</dc:title>
  <dc:subject>答辩PPT</dc:subject>
  <dc:creator>Workspace AI</dc:creator>
  <cp:lastModifiedBy>Workspace AI</cp:lastModifiedBy>
  <cp:revision>1</cp:revision>
  <dcterms:created xsi:type="dcterms:W3CDTF">2026-06-25T08:05:39Z</dcterms:created>
  <dcterms:modified xsi:type="dcterms:W3CDTF">2026-06-25T08:05:39Z</dcterms:modified>
</cp:coreProperties>
</file>