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首先，我们来看一下这个项目的背景。很多人都有过这样的经历：出门前不知道穿什么，穿少了又冷，穿多了又热。而传统的天气预报只能告诉温度，无法提供穿搭建议。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核心问题在于，天气数据和时尚穿搭信息是分离的，用户需要自己查阅天气预报，再去小红书等平台搜索穿搭，缺乏一个整合的智能推荐系统。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我们的解决方案就是《天气衣橱》这个工具，它能自动采集天气和穿搭数据，并通过GUI界面为用户提供实时推荐。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我们使用的技术栈包括Python开发环境PyCharm，爬虫抓取天气和穿搭数据，数据库存储，GUI界面展示。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天气爬虫实时获取中国天气网的数据，包括温度、湿度、天气状况等核心字段。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穿搭爬虫从小红书收集热门穿搭内容，包括文字描述和图片，用于后续推荐。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所有采集的数据存储到数据库中，进行统一管理和清洗，确保数据质量。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我们使用Tkinter开发了直观的图形界面，用户只需输入城市，就能看到天气和推荐的穿搭。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推荐算法基于规则，结合天气条件和穿搭数据库，给出合理的建议。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我们来演示一下基本功能。输入城市后，系统立刻显示天气，并给出穿搭建议。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系统会展示具体的穿搭方案，例如‘长袖衬衫+牛仔裤+运动鞋’，并附上小红书的热门参考。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这个项目的创新之处在于将天气数据和社交平台的穿搭趋势结合，实时更新，交互友好。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目前我们实现了核心功能，未来可以引入机器学习模型，进一步提升推荐的个性化程度。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感谢大家的聆听，欢迎提问。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《天气衣橱》智能穿搭辅助工具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基于爬虫技术的个性化穿搭推荐系统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0972800" cy="292608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B8C9BE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</a:rPr>
              <a:t>类型：课程作业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</a:rPr>
              <a:t>页数：15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</a:rPr>
              <a:t>生成时间：2026/6/25 00:20:25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日常穿搭与天气变化不匹配的痛点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用户希望快速获得个性化穿搭建议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现有工具缺乏实时数据驱动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天气数据与时尚穿搭信息分离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用户需要跨平台参考多源信息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缺乏智能整合与推荐机制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《天气衣橱》—— 一站式智能穿搭助手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实时爬取天气数据与穿搭内容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数据库统一管理，GUI实时推荐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技术架构总览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开发环境：PyCharm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编程语言：Python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爬虫：天气预报数据（中国天气网） + 穿搭内容（小红书）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存储：数据库（MySQL/SQLite）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界面：图形用户界面（GUI，如Tkinter/PyQt）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数据采集——天气爬虫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目标网站：中国天气网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爬取字段：温度、湿度、天气状况（晴/雨等）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技术：Requests + BeautifulSoup / Scrapy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频率：定时更新（如每小时）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数据采集——穿搭爬虫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目标平台：小红书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爬取内容：热门穿搭笔记、图片描述、标签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技术：模拟浏览器（Selenium）或API（如有）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注意：遵守robots协议，合理延时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数据存储与管理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数据库选择：MySQL（关系型）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表结构：天气表、穿搭表、用户偏好表（可选）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统一管理：通过Python数据库接口（如pymysql）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数据清洗：去重、格式标准化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GUI交互界面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开发框架：Tkinter 或 PyQt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主界面：天气显示 + 穿搭推荐区域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功能：输入城市，自动更新推荐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视觉风格：自然绿模板，清新简约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推荐算法设计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规则引擎：根据天气状况（温度/天气）匹配穿搭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示例：温度&lt;15℃ → 推荐外套；有雨→推荐雨具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数据增强：参考小红书热门搭配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个性化：可记录用户偏好（未来升级）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功能演示——输入城市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用户输入城市名称（如北京）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系统自动获取该城市的实时天气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界面显示：温度、天气状况、穿衣建议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功能演示——穿搭推荐结果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根据天气推荐上衣、下装、鞋履、配饰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显示示例图片或文字描述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支持用户反馈（赞/踩）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项目创新点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实时数据驱动：结合天气与时尚动态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跨平台数据整合：气象+社交平台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GUI直观交互，操作简单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数据驱动的个性化推荐雏形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已完成：爬虫、数据库、GUI、推荐基本功能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不足：个性化有限，数据规模有待扩大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展望：引入机器学习、用户画像、移动端适配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060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Q&amp;A环节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联系方式：xxx@xxx.com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《天气衣橱》智能穿搭辅助工具</dc:title>
  <dc:subject>课程作业</dc:subject>
  <dc:creator>Workspace AI</dc:creator>
  <cp:lastModifiedBy>Workspace AI</cp:lastModifiedBy>
  <cp:revision>1</cp:revision>
  <dcterms:created xsi:type="dcterms:W3CDTF">2026-06-24T16:20:25Z</dcterms:created>
  <dcterms:modified xsi:type="dcterms:W3CDTF">2026-06-24T16:20:25Z</dcterms:modified>
</cp:coreProperties>
</file>