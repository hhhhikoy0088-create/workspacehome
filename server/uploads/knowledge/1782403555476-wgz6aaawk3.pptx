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明确本次实训的四个核心目标，作为任务指引。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列出本次实训所需的环境，确保学生提前准备好。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这部分是环境搭建，强调目录命名规范和截图要求。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讲解HTML基本骨架，强调常见错误和正确写法。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选做任务，拓展练习，鼓励学生使用外部资源。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1521440" cy="5806440"/>
          </a:xfrm>
          <a:prstGeom prst="roundRect">
            <a:avLst>
              <a:gd name="adj" fmla="val 283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AFC1DE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73152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22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66"/>
                </a:solidFill>
              </a:rPr>
              <a:t>课程作业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《Web前端应用开发》课程实训任务书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HTML初识与第一个网页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AFC1DE">
                <a:alpha val="7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</a:rPr>
              <a:t>文档来源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$RPWKBJE.docx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AFC1DE">
                <a:alpha val="7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</a:rPr>
              <a:t>PPT 类型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087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AFC1DE">
                <a:alpha val="7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</a:rPr>
              <a:t>页数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0275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5074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生成时间：2026/6/25 11:28:18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847088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实训目标与要求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0" y="1764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441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505456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实训环境配置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0" y="24231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099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163824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308152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任务1：搭建项目目录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0" y="30815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7581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3822192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373989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任务2：编写第一个HTML网页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0" y="37398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4165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480560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439826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任务3：完善网页内容（选做）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0" y="43982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5074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" y="5138928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71600" y="505663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实训思考与提交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789920" y="50566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E"/>
                </a:solidFill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实训目标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理解·掌握·创建·编写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56692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64592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DDE7F5"/>
          </a:solidFill>
          <a:ln w="12700">
            <a:solidFill>
              <a:srgbClr val="AFC1DE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</a:rPr>
              <a:t>核心要点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 HTML 的基本概念和作用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8072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 HTML 文档的基本结构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3741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能够创建规范的项目目录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9410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能够编写第一个 HTML 网页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66"/>
                </a:solidFill>
              </a:rPr>
              <a:t>配图建议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2240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四个目标点用图标表示：书本、齿轮、文件夹、代码符号，科技蓝配色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39712" y="3383280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59752" y="370332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3794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59752" y="4343400"/>
            <a:ext cx="4023360" cy="-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四个目标点用图标表示：书本、齿轮、文件夹、代码符号，科技蓝配色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59168" y="40690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3904488"/>
            <a:ext cx="914400" cy="667512"/>
          </a:xfrm>
          <a:prstGeom prst="roundRect">
            <a:avLst>
              <a:gd name="adj" fmla="val 8219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3739896"/>
            <a:ext cx="914400" cy="832104"/>
          </a:xfrm>
          <a:prstGeom prst="roundRect">
            <a:avLst>
              <a:gd name="adj" fmla="val 6593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0" y="3575304"/>
            <a:ext cx="914400" cy="996696"/>
          </a:xfrm>
          <a:prstGeom prst="roundRect">
            <a:avLst>
              <a:gd name="adj" fmla="val 6000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4590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图像占位区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实训环境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· 软件 · 工具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6596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5798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硬件：个人计算机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02666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软件：VS Code + Chrome 浏览器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9534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工具：W3School 在线文档 (https://www.w3school.com.cn/html/)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926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Code图标、Chrome图标、W3School徽标，排列在科技蓝背景上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59168" y="40690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3904488"/>
            <a:ext cx="914400" cy="667512"/>
          </a:xfrm>
          <a:prstGeom prst="roundRect">
            <a:avLst>
              <a:gd name="adj" fmla="val 8219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3739896"/>
            <a:ext cx="914400" cy="832104"/>
          </a:xfrm>
          <a:prstGeom prst="roundRect">
            <a:avLst>
              <a:gd name="adj" fmla="val 6593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0" y="3575304"/>
            <a:ext cx="914400" cy="996696"/>
          </a:xfrm>
          <a:prstGeom prst="roundRect">
            <a:avLst>
              <a:gd name="adj" fmla="val 6000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4590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图像占位区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【任务1】搭建项目开发环境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 | 20分钟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6596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5798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步骤1：在 D 盘创建项目目录 D:\web-projects\html0309\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02666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步骤2：用 VS Code 打开 html0309 目录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9534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关键提示：目录名英文，易记位置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7640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提交：项目目录截图（显示文件夹结构）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2926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Code界面左侧文件夹树结构，突出html0309目录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59168" y="40690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3904488"/>
            <a:ext cx="914400" cy="667512"/>
          </a:xfrm>
          <a:prstGeom prst="roundRect">
            <a:avLst>
              <a:gd name="adj" fmla="val 8219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3739896"/>
            <a:ext cx="914400" cy="832104"/>
          </a:xfrm>
          <a:prstGeom prst="roundRect">
            <a:avLst>
              <a:gd name="adj" fmla="val 6593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0" y="3575304"/>
            <a:ext cx="914400" cy="996696"/>
          </a:xfrm>
          <a:prstGeom prst="roundRect">
            <a:avLst>
              <a:gd name="adj" fmla="val 6000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4590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图像占位区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【任务2】编写第一个 HTML 网页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 | 30分钟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6596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5798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创建 index.html 文件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02666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编写 HTML 基本结构（DOCTYPE, html, head, body）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9534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添加 h1 标题和 p 段落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7640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关键提示：&lt;!DOCTYPE html&gt; 第一行，&lt;meta charset="UTF-8"&gt;，标签成对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2926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Code编辑器中显示基本HTML结构，下方Chrome显示简单页面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59168" y="40690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3904488"/>
            <a:ext cx="914400" cy="667512"/>
          </a:xfrm>
          <a:prstGeom prst="roundRect">
            <a:avLst>
              <a:gd name="adj" fmla="val 8219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3739896"/>
            <a:ext cx="914400" cy="832104"/>
          </a:xfrm>
          <a:prstGeom prst="roundRect">
            <a:avLst>
              <a:gd name="adj" fmla="val 6593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0" y="3575304"/>
            <a:ext cx="914400" cy="996696"/>
          </a:xfrm>
          <a:prstGeom prst="roundRect">
            <a:avLst>
              <a:gd name="adj" fmla="val 6000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4590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图像占位区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【任务3】完善网页内容（选做）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选做 | 20分钟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6596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15798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添加更多标题和段落（h2, p）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02666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添加2个外部链接（a 标签，target="_blank"）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DDE7F5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9534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添加1张图片（img 标签，可在线图片）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57200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1DE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76402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关键提示：链接格式、图片src、alt属性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AFC1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A66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29260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网页中包含标题、段落、链接和图片的示例截图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59168" y="40690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3904488"/>
            <a:ext cx="914400" cy="667512"/>
          </a:xfrm>
          <a:prstGeom prst="roundRect">
            <a:avLst>
              <a:gd name="adj" fmla="val 8219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3739896"/>
            <a:ext cx="914400" cy="832104"/>
          </a:xfrm>
          <a:prstGeom prst="roundRect">
            <a:avLst>
              <a:gd name="adj" fmla="val 6593"/>
            </a:avLst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4160" y="3575304"/>
            <a:ext cx="914400" cy="996696"/>
          </a:xfrm>
          <a:prstGeom prst="roundRect">
            <a:avLst>
              <a:gd name="adj" fmla="val 6000"/>
            </a:avLst>
          </a:prstGeom>
          <a:solidFill>
            <a:srgbClr val="DDE7F5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45902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4A66"/>
                </a:solidFill>
              </a:rPr>
              <a:t>图像占位区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AFC1DE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DDE7F5"/>
          </a:solidFill>
          <a:ln w="12700">
            <a:solidFill>
              <a:srgbClr val="DDE7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AFC1DE">
              <a:alpha val="65000"/>
            </a:srgbClr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实训总结与提交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 · 提交 · 评价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C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AFC1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088136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AFC1DE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103120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04825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实训思考（课后）：meta charset、head与body区别、标签成对识别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1051560" y="2816352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76148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提交内容：项目目录截图 + index.html 源代码 + 运行截图（+选做）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51560" y="3529584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4747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提交方式：学习通（课堂结束前）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51560" y="4242816"/>
            <a:ext cx="164592" cy="164592"/>
          </a:xfrm>
          <a:prstGeom prst="ellipse">
            <a:avLst/>
          </a:prstGeom>
          <a:solidFill>
            <a:srgbClr val="AFC1DE"/>
          </a:solidFill>
          <a:ln w="12700">
            <a:solidFill>
              <a:srgbClr val="AFC1D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18795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教师评语：签字 ___  日期 ___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778240" y="5166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A66"/>
                </a:solidFill>
              </a:rPr>
              <a:t>谢谢聆听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$RPWKBJE.docx</dc:title>
  <dc:subject>课程作业</dc:subject>
  <dc:creator>Workspace AI</dc:creator>
  <cp:lastModifiedBy>Workspace AI</cp:lastModifiedBy>
  <cp:revision>1</cp:revision>
  <dcterms:created xsi:type="dcterms:W3CDTF">2026-06-25T03:28:18Z</dcterms:created>
  <dcterms:modified xsi:type="dcterms:W3CDTF">2026-06-25T03:28:18Z</dcterms:modified>
</cp:coreProperties>
</file>